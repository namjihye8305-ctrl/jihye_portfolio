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Editorial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릴체리의 봄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SP23 Nike Editorial with Lil Cherry  ·  by W Concept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Design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33832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33832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나이키의 스포티한 아이덴티티와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릴체리의 힙하고 자유로운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무드를 결합해 독창적인 에디토리얼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비주얼을 구현한 프로젝트.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화보의 실험적인 감성을 유지하면서도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디테일이 소비자의 구매 욕구를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자극할 수 있도록 레이아웃을 설계했다.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22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Concept × Nike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Editorial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SYSTEM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5880" y="1188720"/>
            <a:ext cx="502920" cy="50292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188720"/>
            <a:ext cx="502920" cy="502920"/>
          </a:xfrm>
          <a:prstGeom prst="ellipse">
            <a:avLst/>
          </a:prstGeom>
          <a:solidFill>
            <a:srgbClr val="F5F5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914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188720"/>
            <a:ext cx="502920" cy="502920"/>
          </a:xfrm>
          <a:prstGeom prst="ellipse">
            <a:avLst/>
          </a:prstGeom>
          <a:solidFill>
            <a:srgbClr val="4A90D9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1188720"/>
            <a:ext cx="502920" cy="502920"/>
          </a:xfrm>
          <a:prstGeom prst="ellipse">
            <a:avLst/>
          </a:prstGeom>
          <a:solidFill>
            <a:srgbClr val="B0B0B0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914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1188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A000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0116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F0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468880"/>
            <a:ext cx="2743200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× BLACK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강렬한 대비로 에디토리얼 에너지를 극대화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F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LOVE U CHERRY MUCH!!!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8328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핸드드로잉 텍스트 + 볼드 타이포그래피 조합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560320" cy="3657600"/>
          </a:xfrm>
          <a:prstGeom prst="rect">
            <a:avLst/>
          </a:prstGeom>
          <a:solidFill>
            <a:srgbClr val="F0F0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21792" y="89611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1945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대비 레이아웃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강렬한 레드/블랙 대비를 기반으로 화보 컷의 에너지를 극대화한 레이아웃 설계 및 그래픽 요소 배치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822960"/>
            <a:ext cx="2560320" cy="3657600"/>
          </a:xfrm>
          <a:prstGeom prst="rect">
            <a:avLst/>
          </a:prstGeom>
          <a:solidFill>
            <a:srgbClr val="F0F0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914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502152" y="89611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3520440" y="1600200"/>
            <a:ext cx="21945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핸드드로잉 타이포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릴체리 특유의 자유로운 무드를 살리기 위해 핸드드로잉 텍스트와 그래픽을 레이아웃과 유기적으로 결합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822960"/>
            <a:ext cx="2560320" cy="3657600"/>
          </a:xfrm>
          <a:prstGeom prst="rect">
            <a:avLst/>
          </a:prstGeom>
          <a:solidFill>
            <a:srgbClr val="F0F0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914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82512" y="89611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21945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스크롤 인터랙션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이미지 영역에 페이드 인·아웃 및 전환 효과를 적용, 스크롤 흐름에 따른 몰입감 강화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4023360" cy="32918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영역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(이미지 URL 또는 파일 삽입)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Section — 릴체리 메인 화보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32918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229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영역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(이미지 URL 또는 파일 삽입)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Section — 타이포그래피 레이아웃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Nike Editorial — 릴체리의 봄</dc:title>
  <dc:subject>PptxGenJS Presentation</dc:subject>
  <dc:creator>PptxGenJS</dc:creator>
  <cp:lastModifiedBy>PptxGenJS</cp:lastModifiedBy>
  <cp:revision>1</cp:revision>
  <dcterms:created xsi:type="dcterms:W3CDTF">2026-06-23T04:30:08Z</dcterms:created>
  <dcterms:modified xsi:type="dcterms:W3CDTF">2026-06-23T04:30:08Z</dcterms:modified>
</cp:coreProperties>
</file>